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>
        <p:scale>
          <a:sx n="150" d="100"/>
          <a:sy n="150" d="100"/>
        </p:scale>
        <p:origin x="32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49B3-AFA5-BED0-4B0D-C6CB8856E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85BF-2397-C5E9-749E-16129AF5C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B3C2-DF93-A237-62B2-3B564331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5615A-C809-13CE-BD4E-5322196E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A81D-9A00-6FF8-747F-538DC66D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8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B8AF-A6A6-5796-4FF4-C18BB181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905BD-79DE-938D-FA9B-88F8A5448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F5B5-A914-40B0-F5B7-6AB80830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3600-2639-B038-CE8A-64187541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E061E-0468-DF54-C6F8-C6F6899E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5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E02A-0D65-36CD-FA06-88029D9A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88E03-B631-FFFE-23D8-B7BDFECC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D47B-B3BA-B0F6-BBF7-531061B9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CF7BC-939B-A197-7AB7-993159D8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B0593-9959-8317-DCED-36ED0A78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3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70FF-8C9E-9657-56F3-1EBA7F50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4C9B-E455-6D5F-C439-32C60EB38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DD7B2-D4DA-219F-9BC2-AFC673E67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4BC8F-FBED-BC44-6589-19FE6E7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245B-A82A-D49B-A1F0-D8492786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A8872-F3C5-5CD9-6B20-6C80F06C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3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FEB4-5FD8-0121-B8DB-2F506AA1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741C-1FED-1E22-08AD-A92D2E438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5FBCC-F673-1E4E-0AFF-C796C22E7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6EE45-F6D8-5B7E-44AD-3D6F33C38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BA89F-4DFE-7DD2-B5BE-B4C99887C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42884-6597-513C-5306-B25730DA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CF174-9A4C-969A-AD09-7ACA6631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D7B5A-1565-4E5B-90C3-44F36DF6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4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BAF2-5BA3-C3BF-B1C4-94CEA6A8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9E3B3-8B27-5FF5-0FEE-5368FF43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825B3-8CF7-853B-2324-AB5274E6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B17C2-FCAA-4998-CA59-77373105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4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F0E73-FC72-8B39-5E75-7F5A6062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B5393-C30D-2605-0E2B-366E46FA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5A467-D3C5-6620-BE10-D1D18C00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9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4C54A-2202-2F20-CADD-380FB0BB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8C9D2-917F-1502-119D-64BE9FE7A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5A4BD-3F22-9FB5-17CD-1D6CA7DC7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2096E-6C6E-B2B3-17AA-2E83BD75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7FDF1-F236-FFD2-B24C-7BE7FD0C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3CD5D-784F-A6F9-C8E2-B8CE0CDC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0A3B-E5F4-426C-1FB9-AC87DD69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205F7-4126-AC5D-36B8-C31C3A0CF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6DE2F-0626-2792-B5E8-3A10F3DC0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01368-1F4E-768E-161C-43ABAE6EB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AE0AB-9439-8236-9684-51043CBA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3DBF8-E39D-A303-C37E-EE5CEBF4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1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AABA-2563-4B04-3982-EB89F44E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4F5B1-E0C4-2D9A-E007-62087DFFA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8B0C-8CF7-8E6E-6B1A-E30A7F5A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D69E3-E34C-81BA-DE81-BD34C693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73D9D-22D8-83BB-77BC-16527DE4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9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21A64-2489-C8B4-7DFA-F198B3771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ACA19-D60B-8372-1BF9-DB0C8B061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C4AC-C208-FD01-3659-CCE4CB61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B292-7AD6-CA33-DFAC-B4D1ECEA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E037C-4A9E-56DF-5F2F-C5EF8AF5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0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8CD24-D498-58E5-55F1-44C789A3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5B207-44F5-6486-57E0-CD153B1E6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AB907-5F55-737F-E735-426668635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4495A-F14B-4800-88DE-A65CC7A22D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5A8A-F0C6-C705-8D21-9F919EB84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40AB-AC48-4700-AAFD-C49D3BD20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939B7-EED0-4C3C-92CF-77B9BE3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1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D155-0A98-D65F-7395-D0DC17334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F527C-EFA3-2A89-2D28-798113D30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4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71327-55A0-BA1C-93BB-EBA867F5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962"/>
            <a:ext cx="7599548" cy="45320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963127-D729-D9DE-C965-55879263D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48" y="1162963"/>
            <a:ext cx="4532076" cy="453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0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Wilson</dc:creator>
  <cp:lastModifiedBy>Ben Wilson</cp:lastModifiedBy>
  <cp:revision>1</cp:revision>
  <dcterms:created xsi:type="dcterms:W3CDTF">2026-09-03T16:13:47Z</dcterms:created>
  <dcterms:modified xsi:type="dcterms:W3CDTF">2026-09-03T16:15:54Z</dcterms:modified>
</cp:coreProperties>
</file>